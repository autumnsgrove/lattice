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4572000"/>
          </a:xfrm>
          <a:prstGeom prst="ellipse">
            <a:avLst/>
          </a:prstGeom>
          <a:solidFill>
            <a:srgbClr val="581C87">
              <a:alpha val="25000"/>
            </a:srgbClr>
          </a:solidFill>
          <a:ln/>
        </p:spPr>
      </p:sp>
      <p:pic>
        <p:nvPicPr>
          <p:cNvPr id="3" name="Image 0" descr="/sessions/dazzling-determined-rubin/mnt/GroveEngine/docs/internal/email-assets/logos/social/logo-midnight-1024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82880"/>
            <a:ext cx="27432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3017520"/>
            <a:ext cx="7315200" cy="182880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3063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Grove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grove for people who lost their groves.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grove.place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8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got stolen.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decide what you see.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content is held hostage.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Queer communities get deplatformed overnight.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nowhere left that feels like home.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don't need another platform.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need a place that belongs to them.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15803D">
              <a:alpha val="50000"/>
            </a:srgbClr>
          </a:solidFill>
          <a:ln/>
        </p:spPr>
      </p:sp>
      <p:pic>
        <p:nvPicPr>
          <p:cNvPr id="3" name="Image 0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3152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4640" y="9144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blog.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834640" y="1554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subdomain.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834640" y="2103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corner of the internet.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286000" y="3017520"/>
            <a:ext cx="4572000" cy="731520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3063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you.grove.place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portable  •  No algorithms  •  Export anytime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hold your content hostage.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3657600"/>
          </a:xfrm>
          <a:prstGeom prst="ellipse">
            <a:avLst/>
          </a:prstGeom>
          <a:solidFill>
            <a:srgbClr val="581C8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Centennial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domain preservation guarantee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solidFill>
            <a:srgbClr val="581C87">
              <a:alpha val="5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"Some trees outlive the people who planted them."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words remain accessible from 2026 to 2126.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at Sapling tier ($12/mo) after 12 months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services. One forest.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 draws from the same soil.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868680"/>
          </a:xfrm>
          <a:prstGeom prst="rect">
            <a:avLst/>
          </a:prstGeom>
          <a:solidFill>
            <a:srgbClr val="0F172A">
              <a:alpha val="70000"/>
            </a:srgbClr>
          </a:solidFill>
          <a:ln w="254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Heartwood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743200" cy="868680"/>
          </a:xfrm>
          <a:prstGeom prst="rect">
            <a:avLst/>
          </a:prstGeom>
          <a:solidFill>
            <a:srgbClr val="0F172A">
              <a:alpha val="70000"/>
            </a:srgbClr>
          </a:solidFill>
          <a:ln w="25400">
            <a:solidFill>
              <a:srgbClr val="84CC1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Meadow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743200" cy="868680"/>
          </a:xfrm>
          <a:prstGeom prst="rect">
            <a:avLst/>
          </a:prstGeom>
          <a:solidFill>
            <a:srgbClr val="0F172A">
              <a:alpha val="70000"/>
            </a:srgbClr>
          </a:solidFill>
          <a:ln w="25400">
            <a:solidFill>
              <a:srgbClr val="EAB30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743200" cy="868680"/>
          </a:xfrm>
          <a:prstGeom prst="rect">
            <a:avLst/>
          </a:prstGeom>
          <a:solidFill>
            <a:srgbClr val="0F172A">
              <a:alpha val="70000"/>
            </a:srgbClr>
          </a:solidFill>
          <a:ln w="25400">
            <a:solidFill>
              <a:srgbClr val="15803D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2880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discovery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377440"/>
            <a:ext cx="2743200" cy="868680"/>
          </a:xfrm>
          <a:prstGeom prst="rect">
            <a:avLst/>
          </a:prstGeom>
          <a:solidFill>
            <a:srgbClr val="0F172A">
              <a:alpha val="70000"/>
            </a:srgbClr>
          </a:solidFill>
          <a:ln w="254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4720" y="2880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discovery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743200" cy="868680"/>
          </a:xfrm>
          <a:prstGeom prst="rect">
            <a:avLst/>
          </a:prstGeom>
          <a:solidFill>
            <a:srgbClr val="0F172A">
              <a:alpha val="70000"/>
            </a:srgbClr>
          </a:solidFill>
          <a:ln w="25400">
            <a:solidFill>
              <a:srgbClr val="78350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Patina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2880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backups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166534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Wanderers → Rooted → Pathfinders → Wayfinder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separate from payment. Who you are ≠ what you pay.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Cloudflare native  •  185 UI components  •  13 database migrations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Anti-anxiety by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0F172A">
              <a:alpha val="70000"/>
            </a:srgbClr>
          </a:solidFill>
          <a:ln w="25400">
            <a:solidFill>
              <a:srgbClr val="EAB308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24-hour delay (by design)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Seedling/Sapling/Oak instead of numbers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Silence is neutral, not failure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Digest mode: weekly email only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0F172A">
              <a:alpha val="70000"/>
            </a:srgbClr>
          </a:solidFill>
          <a:ln w="25400">
            <a:solidFill>
              <a:srgbClr val="84CC1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Meadow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Chronological. Always.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public follower counts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engagement algorithms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 people you chose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"Analytics for writers, not marketers."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optimize for engagement. We optimize for peace of mind.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560320"/>
            <a:ext cx="1554480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2194560"/>
            <a:ext cx="1554480" cy="10058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7744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828800"/>
            <a:ext cx="1554480" cy="13716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371600"/>
            <a:ext cx="1554480" cy="182880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914400"/>
            <a:ext cx="1554480" cy="2286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960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8952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7315200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 users × $15 avg = $15K MRR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infrastructure = near-zero marginal cost per user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457200"/>
            <a:ext cx="5486400" cy="2743200"/>
          </a:xfrm>
          <a:prstGeom prst="ellipse">
            <a:avLst/>
          </a:prstGeom>
          <a:solidFill>
            <a:srgbClr val="581C8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blogging &amp; personal publishing market by 2027</a:t>
            </a:r>
            <a:endParaRPr lang="en-US" sz="1600" dirty="0"/>
          </a:p>
        </p:txBody>
      </p:sp>
      <p:pic>
        <p:nvPicPr>
          <p:cNvPr id="5" name="Image 0" descr="/sessions/dazzling-determined-rubin/mnt/GroveEngine/docs/internal/email-assets/logos/social/logo-spring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000" dirty="0"/>
          </a:p>
        </p:txBody>
      </p:sp>
      <p:pic>
        <p:nvPicPr>
          <p:cNvPr id="8" name="Image 1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737360"/>
            <a:ext cx="1645920" cy="1645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65176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Queer-friendly, solarpunk</a:t>
            </a:r>
            <a:endParaRPr lang="en-US" sz="1000" dirty="0"/>
          </a:p>
        </p:txBody>
      </p:sp>
      <p:pic>
        <p:nvPicPr>
          <p:cNvPr id="11" name="Image 2" descr="/sessions/dazzling-determined-rubin/mnt/GroveEngine/docs/internal/email-assets/logos/social/logo-autumn-512-soc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37360"/>
            <a:ext cx="1645920" cy="1645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4632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84632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as loyalty</a:t>
            </a:r>
            <a:endParaRPr lang="en-US" sz="1000" dirty="0"/>
          </a:p>
        </p:txBody>
      </p:sp>
      <p:pic>
        <p:nvPicPr>
          <p:cNvPr id="14" name="Image 3" descr="/sessions/dazzling-determined-rubin/mnt/GroveEngine/docs/internal/email-assets/logos/social/logo-winter-512-soci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37360"/>
            <a:ext cx="1645920" cy="1645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04088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components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competing with Substack. We're the anti-platform.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 seed  •  18 months runway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11680" cy="10972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2011680" cy="10972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paying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2011680" cy="10972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 MRR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1828800"/>
            <a:ext cx="2011680" cy="10972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engineering  •  20% infrastructure  •  10% community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7315200" cy="1097280"/>
          </a:xfrm>
          <a:prstGeom prst="rect">
            <a:avLst/>
          </a:prstGeom>
          <a:solidFill>
            <a:srgbClr val="581C87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grove isn't optional. It has to be built."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50 days. The art demands to exist.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457200"/>
            <a:ext cx="5486400" cy="3657600"/>
          </a:xfrm>
          <a:prstGeom prst="ellipse">
            <a:avLst/>
          </a:prstGeom>
          <a:solidFill>
            <a:srgbClr val="581C87">
              <a:alpha val="30000"/>
            </a:srgbClr>
          </a:solidFill>
          <a:ln/>
        </p:spPr>
      </p:sp>
      <p:pic>
        <p:nvPicPr>
          <p:cNvPr id="3" name="Image 0" descr="/sessions/dazzling-determined-rubin/mnt/GroveEngine/docs/internal/email-assets/combined/transparent/logo-seasons-combined-512-overlap3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82880"/>
            <a:ext cx="457200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should belong to everyone.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platforms. Not to algorithms. To people.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0" y="3383280"/>
            <a:ext cx="4572000" cy="1463040"/>
          </a:xfrm>
          <a:prstGeom prst="rect">
            <a:avLst/>
          </a:prstGeom>
          <a:solidFill>
            <a:srgbClr val="581C87">
              <a:alpha val="5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Autumn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860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Wayfinder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8600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autumn@grove.place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2860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grove.place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Grove - YC Pitch</dc:title>
  <dc:subject>PptxGenJS Presentation</dc:subject>
  <dc:creator>Autumn</dc:creator>
  <cp:lastModifiedBy>Autumn</cp:lastModifiedBy>
  <cp:revision>1</cp:revision>
  <dcterms:created xsi:type="dcterms:W3CDTF">2026-01-31T17:55:57Z</dcterms:created>
  <dcterms:modified xsi:type="dcterms:W3CDTF">2026-01-31T17:55:57Z</dcterms:modified>
</cp:coreProperties>
</file>