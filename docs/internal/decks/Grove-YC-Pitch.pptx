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dazzling-determined-rubin/mnt/GroveEngine/docs/internal/email-assets/logos/social/logo-summer-512-so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Grove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7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Blogging infrastructure for people who left Twitter.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grove.place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F0F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internet got stolen.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2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Algorithms decide what you see.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 hold your content hostage.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gets sold to advertisers.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Marginalized communities get deplatformed overnight.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7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want their own corner of the internet back.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7C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Grove gives everyone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their own blog on a subdomain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you.grove.place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portable. No algorithms. Community optional.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0F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now?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7C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2022-2024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834640" y="137160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Twitter/X exodus created millions of displaced users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7C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834640" y="224028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Gen Z distrust algorithm-driven platforms (Pew 2024)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7C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Substack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834640" y="310896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proved people pay for writing. But it's still centralized.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977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7C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IndieWeb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834640" y="39776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 is growing. But setup is still too hard.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0F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we've built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716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7C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185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components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51760" y="118872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51760" y="13716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7C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65176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migrations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3716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7C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84632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native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040880" y="118872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40880" y="13716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7C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v0.9.97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04088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version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now: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7C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grove.place  |  forage.grove.place  |  example.grove.place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SvelteKit + Cloudflare Workers + D1 + R2 + Durable Objects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0F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 SaaS. Vertical integration.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1645920" cy="2011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7C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only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03120" y="1463040"/>
            <a:ext cx="1645920" cy="2011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Seedling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0312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7C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194560" y="24688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posts, 1GB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0" y="1463040"/>
            <a:ext cx="1645920" cy="20116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Sapling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931920" y="24688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posts, 5GB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77840" y="1463040"/>
            <a:ext cx="1645920" cy="2011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557784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7784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7C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$25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669280" y="24688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+ custom domain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0" y="1463040"/>
            <a:ext cx="1645920" cy="2011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Evergreen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7C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406640" y="24688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+ priority support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1,000 paying users at $15 avg = $15K MRR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infrastructure = near-zero marginal cost per user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4A7C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$4.5B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Blogging &amp; personal publishing market by 2027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Competitors: 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Substack (newsletters), Ghost (self-hosted), Tumblr (dying), WordPress (complicated)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7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them are building for the post-platform era.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0F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moat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09728" cy="32004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Community, not just infrastructure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Meadow feed creates network effects. Your blog is part of a forest.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09728" cy="32004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11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Values-aligned users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Queer-friendly, solarpunk, anti-surveillance. People stay for what we stand for.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109728" cy="32004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926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Portability as trust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everything to markdown anytime. Ironically, this makes people stay.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109728" cy="32004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as identity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206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 components. Seasonal themes. Glassmorphism. It feels like home.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A7C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Ask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$500K seed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months runway to: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0" y="283464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public beta (Q2)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100 paying users (Q3)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users + $15K MRR (Month 12)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 ready (Month 18)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dazzling-determined-rubin/mnt/GroveEngine/docs/internal/email-assets/logos/social/logo-midnight-512-so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486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internet should belong to everyone.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building the infrastructure to make that real.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7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Autumn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wrathofthestorm0@gmail.com  |  grove.place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Grove - YC Pitch</dc:title>
  <dc:subject>PptxGenJS Presentation</dc:subject>
  <dc:creator>Autumn</dc:creator>
  <cp:lastModifiedBy>Autumn</cp:lastModifiedBy>
  <cp:revision>1</cp:revision>
  <dcterms:created xsi:type="dcterms:W3CDTF">2026-01-31T17:36:41Z</dcterms:created>
  <dcterms:modified xsi:type="dcterms:W3CDTF">2026-01-31T17:36:41Z</dcterms:modified>
</cp:coreProperties>
</file>