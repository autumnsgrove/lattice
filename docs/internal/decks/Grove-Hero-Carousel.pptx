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dazzling-determined-rubin/mnt/GroveEngine/docs/internal/email-assets/logos/social/logo-spring-512-so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1554480" cy="1554480"/>
          </a:xfrm>
          <a:prstGeom prst="rect">
            <a:avLst/>
          </a:prstGeom>
        </p:spPr>
      </p:pic>
      <p:pic>
        <p:nvPicPr>
          <p:cNvPr id="3" name="Image 1" descr="/sessions/dazzling-determined-rubin/mnt/GroveEngine/docs/internal/email-assets/logos/social/logo-summer-512-soc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274320"/>
            <a:ext cx="1554480" cy="1554480"/>
          </a:xfrm>
          <a:prstGeom prst="rect">
            <a:avLst/>
          </a:prstGeom>
        </p:spPr>
      </p:pic>
      <p:pic>
        <p:nvPicPr>
          <p:cNvPr id="4" name="Image 2" descr="/sessions/dazzling-determined-rubin/mnt/GroveEngine/docs/internal/email-assets/logos/social/logo-autumn-512-soci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274320"/>
            <a:ext cx="1554480" cy="1554480"/>
          </a:xfrm>
          <a:prstGeom prst="rect">
            <a:avLst/>
          </a:prstGeom>
        </p:spPr>
      </p:pic>
      <p:pic>
        <p:nvPicPr>
          <p:cNvPr id="5" name="Image 3" descr="/sessions/dazzling-determined-rubin/mnt/GroveEngine/docs/internal/email-assets/logos/social/logo-winter-512-soci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74320"/>
            <a:ext cx="1554480" cy="1554480"/>
          </a:xfrm>
          <a:prstGeom prst="rect">
            <a:avLst/>
          </a:prstGeom>
        </p:spPr>
      </p:pic>
      <p:pic>
        <p:nvPicPr>
          <p:cNvPr id="6" name="Image 4" descr="/sessions/dazzling-determined-rubin/mnt/GroveEngine/docs/internal/email-assets/logos/social/logo-midnight-512-soci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74320"/>
            <a:ext cx="1554480" cy="155448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EF3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grove for people who lost their groves.</a:t>
            </a:r>
            <a:endParaRPr lang="en-US" sz="3200" dirty="0"/>
          </a:p>
        </p:txBody>
      </p:sp>
      <p:sp>
        <p:nvSpPr>
          <p:cNvPr id="8" name="Shape 1"/>
          <p:cNvSpPr/>
          <p:nvPr/>
        </p:nvSpPr>
        <p:spPr>
          <a:xfrm>
            <a:off x="2743200" y="3108960"/>
            <a:ext cx="3657600" cy="640080"/>
          </a:xfrm>
          <a:prstGeom prst="roundRect">
            <a:avLst/>
          </a:prstGeom>
          <a:solidFill>
            <a:srgbClr val="84CC16"/>
          </a:solidFill>
          <a:ln/>
        </p:spPr>
      </p:sp>
      <p:sp>
        <p:nvSpPr>
          <p:cNvPr id="9" name="Text 2"/>
          <p:cNvSpPr/>
          <p:nvPr/>
        </p:nvSpPr>
        <p:spPr>
          <a:xfrm>
            <a:off x="2743200" y="31546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your blog — $8/mo</a:t>
            </a:r>
            <a:endParaRPr lang="en-US" sz="1800" dirty="0"/>
          </a:p>
        </p:txBody>
      </p:sp>
      <p:sp>
        <p:nvSpPr>
          <p:cNvPr id="10" name="Text 3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ads. No algorithms. Just your words.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65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2857500"/>
          </a:xfrm>
          <a:prstGeom prst="rect">
            <a:avLst/>
          </a:prstGeom>
          <a:solidFill>
            <a:srgbClr val="15803D">
              <a:alpha val="50000"/>
            </a:srgbClr>
          </a:solidFill>
          <a:ln/>
        </p:spPr>
      </p:sp>
      <p:pic>
        <p:nvPicPr>
          <p:cNvPr id="3" name="Image 0" descr="/sessions/dazzling-determined-rubin/mnt/GroveEngine/docs/internal/email-assets/logos/social/logo-summer-512-so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27432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720" y="6400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words.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3474720" y="13716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space.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474720" y="21031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4CC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Forever.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2286000" y="3200400"/>
            <a:ext cx="4572000" cy="640080"/>
          </a:xfrm>
          <a:prstGeom prst="rect">
            <a:avLst/>
          </a:prstGeom>
          <a:solidFill>
            <a:srgbClr val="1E293B">
              <a:alpha val="70000"/>
            </a:srgbClr>
          </a:solidFill>
          <a:ln w="12700">
            <a:solidFill>
              <a:srgbClr val="84CC16">
                <a:alpha val="4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0" y="32004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you.grove.place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3200400" y="4114800"/>
            <a:ext cx="2743200" cy="548640"/>
          </a:xfrm>
          <a:prstGeom prst="roundRect">
            <a:avLst/>
          </a:prstGeom>
          <a:solidFill>
            <a:srgbClr val="84CC16"/>
          </a:solidFill>
          <a:ln/>
        </p:spPr>
      </p:sp>
      <p:sp>
        <p:nvSpPr>
          <p:cNvPr id="10" name="Text 7"/>
          <p:cNvSpPr/>
          <p:nvPr/>
        </p:nvSpPr>
        <p:spPr>
          <a:xfrm>
            <a:off x="3200400" y="41330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yours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dazzling-determined-rubin/mnt/GroveEngine/docs/internal/email-assets/logos/social/logo-midnight-512-so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1828800" cy="1828800"/>
          </a:xfrm>
          <a:prstGeom prst="rect">
            <a:avLst/>
          </a:prstGeom>
        </p:spPr>
      </p:pic>
      <p:pic>
        <p:nvPicPr>
          <p:cNvPr id="3" name="Image 1" descr="/sessions/dazzling-determined-rubin/mnt/GroveEngine/docs/internal/email-assets/logos/social/logo-winter-512-soc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82880"/>
            <a:ext cx="1828800" cy="1828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572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84CC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14000" dirty="0"/>
          </a:p>
        </p:txBody>
      </p:sp>
      <p:sp>
        <p:nvSpPr>
          <p:cNvPr id="5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domain guarantee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1371600" y="2651760"/>
            <a:ext cx="6400800" cy="822960"/>
          </a:xfrm>
          <a:prstGeom prst="rect">
            <a:avLst/>
          </a:prstGeom>
          <a:solidFill>
            <a:srgbClr val="581C87">
              <a:alpha val="5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371600" y="27432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EF3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 trees outlive the people who planted them.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3200400" y="3749040"/>
            <a:ext cx="2743200" cy="594360"/>
          </a:xfrm>
          <a:prstGeom prst="roundRect">
            <a:avLst/>
          </a:prstGeom>
          <a:solidFill>
            <a:srgbClr val="8B5CF6"/>
          </a:solidFill>
          <a:ln/>
        </p:spPr>
      </p:sp>
      <p:sp>
        <p:nvSpPr>
          <p:cNvPr id="9" name="Text 5"/>
          <p:cNvSpPr/>
          <p:nvPr/>
        </p:nvSpPr>
        <p:spPr>
          <a:xfrm>
            <a:off x="3200400" y="376732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your legacy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words remain accessible from 2026 to 2126.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dazzling-determined-rubin/mnt/GroveEngine/docs/internal/email-assets/logos/social/logo-spring-512-so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65760"/>
            <a:ext cx="2011680" cy="2011680"/>
          </a:xfrm>
          <a:prstGeom prst="rect">
            <a:avLst/>
          </a:prstGeom>
        </p:spPr>
      </p:pic>
      <p:pic>
        <p:nvPicPr>
          <p:cNvPr id="3" name="Image 1" descr="/sessions/dazzling-determined-rubin/mnt/GroveEngine/docs/internal/email-assets/logos/social/logo-summer-512-soc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365760"/>
            <a:ext cx="2011680" cy="2011680"/>
          </a:xfrm>
          <a:prstGeom prst="rect">
            <a:avLst/>
          </a:prstGeom>
        </p:spPr>
      </p:pic>
      <p:pic>
        <p:nvPicPr>
          <p:cNvPr id="4" name="Image 2" descr="/sessions/dazzling-determined-rubin/mnt/GroveEngine/docs/internal/email-assets/logos/social/logo-autumn-512-soci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365760"/>
            <a:ext cx="2011680" cy="2011680"/>
          </a:xfrm>
          <a:prstGeom prst="rect">
            <a:avLst/>
          </a:prstGeom>
        </p:spPr>
      </p:pic>
      <p:pic>
        <p:nvPicPr>
          <p:cNvPr id="5" name="Image 3" descr="/sessions/dazzling-determined-rubin/mnt/GroveEngine/docs/internal/email-assets/logos/social/logo-winter-512-soci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65760"/>
            <a:ext cx="2011680" cy="201168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algorithms.</a:t>
            </a:r>
            <a:endParaRPr lang="en-US" sz="3600" dirty="0"/>
          </a:p>
        </p:txBody>
      </p:sp>
      <p:sp>
        <p:nvSpPr>
          <p:cNvPr id="7" name="Text 1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engagement metrics.</a:t>
            </a:r>
            <a:endParaRPr lang="en-US" sz="2800" dirty="0"/>
          </a:p>
        </p:txBody>
      </p:sp>
      <p:sp>
        <p:nvSpPr>
          <p:cNvPr id="8" name="Text 2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84CC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 you.</a:t>
            </a:r>
            <a:endParaRPr lang="en-US" sz="2800" dirty="0"/>
          </a:p>
        </p:txBody>
      </p:sp>
      <p:sp>
        <p:nvSpPr>
          <p:cNvPr id="9" name="Shape 3"/>
          <p:cNvSpPr/>
          <p:nvPr/>
        </p:nvSpPr>
        <p:spPr>
          <a:xfrm>
            <a:off x="3200400" y="4297680"/>
            <a:ext cx="2743200" cy="548640"/>
          </a:xfrm>
          <a:prstGeom prst="roundRect">
            <a:avLst/>
          </a:prstGeom>
          <a:solidFill>
            <a:srgbClr val="84CC16"/>
          </a:solidFill>
          <a:ln/>
        </p:spPr>
      </p:sp>
      <p:sp>
        <p:nvSpPr>
          <p:cNvPr id="10" name="Text 4"/>
          <p:cNvSpPr/>
          <p:nvPr/>
        </p:nvSpPr>
        <p:spPr>
          <a:xfrm>
            <a:off x="3200400" y="43159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peace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65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dazzling-determined-rubin/mnt/GroveEngine/docs/internal/email-assets/logos/social/logo-autumn-1024-so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182880"/>
            <a:ext cx="3657600" cy="3657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internet should belong to everyone.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2286000" y="4297680"/>
            <a:ext cx="4572000" cy="64008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0" y="431596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a Seedling — $8/mo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Grove - Hero Carousel</dc:title>
  <dc:subject>PptxGenJS Presentation</dc:subject>
  <dc:creator>Autumn</dc:creator>
  <cp:lastModifiedBy>Autumn</cp:lastModifiedBy>
  <cp:revision>1</cp:revision>
  <dcterms:created xsi:type="dcterms:W3CDTF">2026-01-31T18:30:40Z</dcterms:created>
  <dcterms:modified xsi:type="dcterms:W3CDTF">2026-01-31T18:30:40Z</dcterms:modified>
</cp:coreProperties>
</file>