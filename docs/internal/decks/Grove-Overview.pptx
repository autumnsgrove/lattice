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azzling-determined-rubin/mnt/GroveEngine/docs/internal/email-assets/logos/social/logo-summer-1024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73152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Grove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FB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forest of voices. Every Wanderer is a tree in the grove.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Philosophy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used to be a place of personal expression.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 along the way, we traded that for algorithms and engagement metrics.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 is a return to something simpler: </a:t>
            </a:r>
            <a:pPr indent="0" marL="0">
              <a:buNone/>
            </a:pPr>
            <a:r>
              <a:rPr lang="en-US" sz="1800" b="1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where people can plant their thoughts and watch them grow.</a:t>
            </a:r>
            <a:endParaRPr lang="en-US" sz="1800" dirty="0"/>
          </a:p>
        </p:txBody>
      </p:sp>
      <p:pic>
        <p:nvPicPr>
          <p:cNvPr id="7" name="Image 0" descr="/sessions/dazzling-determined-rubin/mnt/GroveEngine/docs/internal/email-assets/logos/social/logo-autumn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71600"/>
            <a:ext cx="2286000" cy="2286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names aren't just branding. They're the language of an ecosystem.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forest of interconnected services, each named from nature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54480"/>
          </a:xfrm>
          <a:prstGeom prst="rect">
            <a:avLst/>
          </a:prstGeom>
          <a:solidFill>
            <a:srgbClr val="FAF9F6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Lattice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- the framework that holds everything 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npm: @autumnsgrove/groveengine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1554480"/>
          </a:xfrm>
          <a:prstGeom prst="rect">
            <a:avLst/>
          </a:prstGeom>
          <a:solidFill>
            <a:srgbClr val="FAF9F6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71600"/>
            <a:ext cx="73152" cy="1554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Heartwood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- your verified identity across Grove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 2.0 + PKCE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1554480"/>
          </a:xfrm>
          <a:prstGeom prst="rect">
            <a:avLst/>
          </a:prstGeom>
          <a:solidFill>
            <a:srgbClr val="FAF9F6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71600"/>
            <a:ext cx="73152" cy="1554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Forage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domain discovery - search before you plant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v3.2 via OpenRouter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2651760" cy="1554480"/>
          </a:xfrm>
          <a:prstGeom prst="rect">
            <a:avLst/>
          </a:prstGeom>
          <a:solidFill>
            <a:srgbClr val="FAF9F6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Passage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 routing - the corridors connecting spaces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3108960"/>
            <a:ext cx="2651760" cy="1554480"/>
          </a:xfrm>
          <a:prstGeom prst="rect">
            <a:avLst/>
          </a:prstGeom>
          <a:solidFill>
            <a:srgbClr val="FAF9F6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108960"/>
            <a:ext cx="73152" cy="1554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Meadow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7472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feed - where Wanderers gather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3108960"/>
            <a:ext cx="2651760" cy="1554480"/>
          </a:xfrm>
          <a:prstGeom prst="rect">
            <a:avLst/>
          </a:prstGeom>
          <a:solidFill>
            <a:srgbClr val="FAF9F6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108960"/>
            <a:ext cx="73152" cy="1554480"/>
          </a:xfrm>
          <a:prstGeom prst="rect">
            <a:avLst/>
          </a:prstGeom>
          <a:solidFill>
            <a:srgbClr val="4A7C59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0936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- the seedbed for new users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setup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Seasons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Spring, Summer, Autumn, Winter... and Midnight</a:t>
            </a:r>
            <a:endParaRPr lang="en-US" sz="1600" dirty="0"/>
          </a:p>
        </p:txBody>
      </p:sp>
      <p:pic>
        <p:nvPicPr>
          <p:cNvPr id="4" name="Image 0" descr="/sessions/dazzling-determined-rubin/mnt/GroveEngine/docs/internal/email-assets/logos/social/logo-spring-512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B9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</a:t>
            </a:r>
            <a:endParaRPr lang="en-US" sz="1400" dirty="0"/>
          </a:p>
        </p:txBody>
      </p:sp>
      <p:pic>
        <p:nvPicPr>
          <p:cNvPr id="6" name="Image 1" descr="/sessions/dazzling-determined-rubin/mnt/GroveEngine/docs/internal/email-assets/logos/social/logo-summer-512-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463040"/>
            <a:ext cx="1554480" cy="1554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9456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Summer</a:t>
            </a:r>
            <a:endParaRPr lang="en-US" sz="1400" dirty="0"/>
          </a:p>
        </p:txBody>
      </p:sp>
      <p:pic>
        <p:nvPicPr>
          <p:cNvPr id="8" name="Image 2" descr="/sessions/dazzling-determined-rubin/mnt/GroveEngine/docs/internal/email-assets/logos/social/logo-autumn-512-soci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463040"/>
            <a:ext cx="1554480" cy="1554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3192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Autumn</a:t>
            </a:r>
            <a:endParaRPr lang="en-US" sz="1400" dirty="0"/>
          </a:p>
        </p:txBody>
      </p:sp>
      <p:pic>
        <p:nvPicPr>
          <p:cNvPr id="10" name="Image 3" descr="/sessions/dazzling-determined-rubin/mnt/GroveEngine/docs/internal/email-assets/logos/social/logo-winter-512-soci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463040"/>
            <a:ext cx="1554480" cy="1554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6928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C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Winter</a:t>
            </a:r>
            <a:endParaRPr lang="en-US" sz="1400" dirty="0"/>
          </a:p>
        </p:txBody>
      </p:sp>
      <p:pic>
        <p:nvPicPr>
          <p:cNvPr id="12" name="Image 4" descr="/sessions/dazzling-determined-rubin/mnt/GroveEngine/docs/internal/email-assets/logos/social/logo-midnight-512-soci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463040"/>
            <a:ext cx="1554480" cy="1554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06640" y="3108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6B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Midnight</a:t>
            </a:r>
            <a:endParaRPr lang="en-US" sz="1400" dirty="0"/>
          </a:p>
        </p:txBody>
      </p:sp>
      <p:sp>
        <p:nvSpPr>
          <p:cNvPr id="14" name="Text 7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 is the queer fifth season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purple/rose palette activated via a footer toggle easter egg. 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some of us don't fit neatly into the standard four.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6B4D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185 Components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design system built for nature and warmth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Glass UI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Glassmorphism: Glass, GlassCard, GlassButton, GlassCarousel, GlassNavbar, GlassLogo, GlassOverlay, GlassConfirmDialog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548640" cy="5486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components for atmospheric forest scenes: trees, creatures, weather, botanical, structural, water, sky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200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FontProvider for scoped fonts including OpenDyslexic, Atkinson Hyperlegible, Luciole, and Lexend for accessibility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548640" cy="548640"/>
          </a:xfrm>
          <a:prstGeom prst="ellipse">
            <a:avLst/>
          </a:prstGeom>
          <a:solidFill>
            <a:srgbClr val="4A7C5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148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UI 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872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cards, forms, inputs, modals, toasts, tooltips, and more with full dark mode support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Grove?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" cy="13716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Queer-friendly infrastructure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 digital space, especially valuable when physical environments feel hostile. Your corner of the internet, without surveillance capitalism.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37160" cy="13716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11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Community-owned, solarpunk-aligned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by design, built to be genuinely helpful rather than exploitative. No investor pressure to enshittify.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37160" cy="13716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Portable by philosophy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content lives in markdown files. You can export and migrate anytime. We don't hold your data hostage.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137160" cy="13716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people, not engagement metrics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dark patterns, no algorithmic manipulation. Just a place to Be.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554480" cy="3291840"/>
          </a:xfrm>
          <a:prstGeom prst="rect">
            <a:avLst/>
          </a:prstGeom>
          <a:solidFill>
            <a:srgbClr val="FAF9F6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05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Meadow access, 20 comments/week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48840" y="914400"/>
            <a:ext cx="1554480" cy="3291840"/>
          </a:xfrm>
          <a:prstGeom prst="rect">
            <a:avLst/>
          </a:prstGeom>
          <a:solidFill>
            <a:srgbClr val="FAF9F6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48840" y="1005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Seedling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4884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4884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40280" y="219456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posts, 1GB, 3 themes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914400"/>
            <a:ext cx="1554480" cy="3291840"/>
          </a:xfrm>
          <a:prstGeom prst="rect">
            <a:avLst/>
          </a:prstGeom>
          <a:solidFill>
            <a:srgbClr val="FAF9F6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005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Sapling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84048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219456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posts, 5GB, 10 themes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32120" y="914400"/>
            <a:ext cx="1554480" cy="3291840"/>
          </a:xfrm>
          <a:prstGeom prst="rect">
            <a:avLst/>
          </a:prstGeom>
          <a:solidFill>
            <a:srgbClr val="4A7C59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32120" y="1005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AF9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Oak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3212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3212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B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23560" y="219456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Unlimited, 20GB, custom domain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23760" y="914400"/>
            <a:ext cx="1554480" cy="3291840"/>
          </a:xfrm>
          <a:prstGeom prst="rect">
            <a:avLst/>
          </a:prstGeom>
          <a:solidFill>
            <a:srgbClr val="FAF9F6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23760" y="1005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Evergreen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13716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2376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219456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100GB, domain included, 8hr support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97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SvelteKit 2.5+, Svelte 5, TypeScript, Tailwind CSS 3.4+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Cloudflare Workers, D1 (SQLite), KV, R2 Storage, Durable Objects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Payments: Lemon Squeezy with provider abstraction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Heartwood (Google OAuth 2.0 + PKCE)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Resend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Markdown: Marked.js 17+, gray-matter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Chart.js 4.5+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Icons: Lucide Svelte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Vitest 4.0+, Testing Library, happy-dom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651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Vite 5.4+, pnpm 9+ workspaces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solidFill>
            <a:srgbClr val="1A2E1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Cloudflare Native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database, R2 storage, KV caching, Workers deployment, Durable Objects for real-time coordination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Forest Ecosystem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specialized "animal skills" for development workflows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Panther</a:t>
            </a:r>
            <a:pPr indent="0" marL="0"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Strike single issues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38328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Elephant</a:t>
            </a:r>
            <a:pPr indent="0" marL="0"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 multi-file features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Beaver</a:t>
            </a:r>
            <a:pPr indent="0" marL="0"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Write tests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Chameleon</a:t>
            </a:r>
            <a:pPr indent="0" marL="0"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UI 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</a:t>
            </a:r>
            <a:pPr indent="0" marL="0"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Collect TODOs into issues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Bloodhound</a:t>
            </a:r>
            <a:pPr indent="0" marL="0"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Track code through the forest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Fox</a:t>
            </a:r>
            <a:pPr indent="0" marL="0"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Hunt performance bottlenecks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</a:t>
            </a:r>
            <a:pPr indent="0" marL="0"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Archive knowledge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2560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</a:t>
            </a:r>
            <a:pPr indent="0" marL="0">
              <a:buNone/>
            </a:pPr>
            <a:r>
              <a:rPr lang="en-US" sz="13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Weave authentication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"When you need to write tests, call the Beaver. For UI work, summon the Chameleon."</a:t>
            </a:r>
            <a:endParaRPr lang="en-US" sz="1400" dirty="0"/>
          </a:p>
        </p:txBody>
      </p:sp>
      <p:pic>
        <p:nvPicPr>
          <p:cNvPr id="14" name="Image 0" descr="/sessions/dazzling-determined-rubin/mnt/GroveEngine/docs/internal/email-assets/combined/transparent/logo-seasons-combined-512-overlap33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3931920"/>
            <a:ext cx="274320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dazzling-determined-rubin/mnt/GroveEngine/docs/internal/email-assets/logos/social/logo-midnight-1024-soci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0" y="548640"/>
            <a:ext cx="3200400" cy="3200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grove.place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just a SaaS — it's about helping people have their own space online,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D4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big tech algorithms.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Grove - A Walk Through the Forest</dc:title>
  <dc:subject>Grove Platform Overview</dc:subject>
  <dc:creator>Autumn</dc:creator>
  <cp:lastModifiedBy>Autumn</cp:lastModifiedBy>
  <cp:revision>1</cp:revision>
  <dcterms:created xsi:type="dcterms:W3CDTF">2026-01-31T17:28:04Z</dcterms:created>
  <dcterms:modified xsi:type="dcterms:W3CDTF">2026-01-31T17:28:04Z</dcterms:modified>
</cp:coreProperties>
</file>